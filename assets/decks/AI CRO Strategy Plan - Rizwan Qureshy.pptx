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33D90-973E-423A-A33A-D476E9726EB4}" type="datetimeFigureOut">
              <a:t>07/04/2026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712FC-A4CA-43CB-884E-37823634B67E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458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ENABLEMENT  ·  AI TEAM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AI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865376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Team AI.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8229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case for structure, investment, and 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operating model for AI at Equinix.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731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GTM / Enablement Leadership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99632" y="1097280"/>
            <a:ext cx="292608" cy="292608"/>
          </a:xfrm>
          <a:prstGeom prst="ellipse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097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01968" y="11064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99632" y="2194560"/>
            <a:ext cx="292608" cy="292608"/>
          </a:xfrm>
          <a:prstGeom prst="ellipse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01968" y="2203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Roadmap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99632" y="3291840"/>
            <a:ext cx="292608" cy="292608"/>
          </a:xfrm>
          <a:prstGeom prst="ellipse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01968" y="33009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Approved Budget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035040" y="411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Reality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713232"/>
            <a:ext cx="2651760" cy="18288"/>
          </a:xfrm>
          <a:prstGeom prst="rect">
            <a:avLst/>
          </a:prstGeom>
          <a:solidFill>
            <a:srgbClr val="243447"/>
          </a:solidFill>
          <a:ln w="12700">
            <a:solidFill>
              <a:srgbClr val="24344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AI reality — honest and unfiltered.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talented people using AI. What we don't have is the infrastructure to multiply that talent across the team.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91640"/>
            <a:ext cx="2743200" cy="54864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828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AI Is Individual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2219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uses AI their own way. Great work stays in silos. No cross-pollination.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691640"/>
            <a:ext cx="2743200" cy="54864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828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No Skilled Roadmap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2219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reacting to needs, not building toward outcomes. No prioritised AI journey.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08192" y="16916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08192" y="1691640"/>
            <a:ext cx="2743200" cy="54864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8288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No Approved Budget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22219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AI development funding. Projects stall at the proposal stage.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27632" y="321868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627632" y="3218688"/>
            <a:ext cx="2743200" cy="54864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64792" y="3355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No Intake Process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764792" y="3749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and use cases have nowhere to go. No structured path from idea to project.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07992" y="321868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07992" y="3218688"/>
            <a:ext cx="2743200" cy="54864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33558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No Sharing Culture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45152" y="3749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Wins, learnings, and failures all disappear. The team can't learn from itself.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FIX THIS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asks. One coherent AI team.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183880" cy="62179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98448"/>
            <a:ext cx="64008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441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Organisation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AI roles, responsibilities, and a working rhythm. Weekly syncs, clear ownership.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18120" y="1453896"/>
            <a:ext cx="713232" cy="2926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1453896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183880" cy="62179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011680"/>
            <a:ext cx="64008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5740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20665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AI Roadmap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33172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prioritised, time-bound plan for AI capability building — not just tool adoption.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18120" y="2167128"/>
            <a:ext cx="713232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18120" y="21671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24912"/>
            <a:ext cx="8183880" cy="62179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24912"/>
            <a:ext cx="64008" cy="621792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706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27797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Project Intake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044952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intake process so ideas move to approved projects with owners and timelines.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18120" y="2880360"/>
            <a:ext cx="713232" cy="292608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18120" y="28803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438144"/>
            <a:ext cx="8183880" cy="62179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38144"/>
            <a:ext cx="64008" cy="6217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4838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80160" y="3493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Journey Visibility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3758184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view of where we are, what we've built, and where we're headed — for all stakeholders.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18120" y="3593592"/>
            <a:ext cx="713232" cy="2926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359359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151376"/>
            <a:ext cx="8183880" cy="621792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151376"/>
            <a:ext cx="64008" cy="6217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9709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280160" y="42062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Knowledge Hub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4471416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space for AI updates, learnings, skill upgrades, and inspiration. Built for the team.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18120" y="4306824"/>
            <a:ext cx="713232" cy="2926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430682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WILL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Team Operating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high-impact rhythm to move from individual effort to collective momentum.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60020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00200"/>
            <a:ext cx="192024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INTAKE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212848"/>
            <a:ext cx="1664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&amp; needs enter through a structured intake form. Reviewed weekly by AI lead.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3054096"/>
            <a:ext cx="182880" cy="164592"/>
          </a:xfrm>
          <a:prstGeom prst="rect">
            <a:avLst/>
          </a:prstGeom>
          <a:solidFill>
            <a:srgbClr val="8099AA"/>
          </a:solidFill>
          <a:ln w="12700">
            <a:solidFill>
              <a:srgbClr val="809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9424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96312" y="160020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600200"/>
            <a:ext cx="192024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PRIORITISE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24328" y="2212848"/>
            <a:ext cx="1664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updated. Projects scored on impact vs. effort. Budget requests raised.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3054096"/>
            <a:ext cx="182880" cy="164592"/>
          </a:xfrm>
          <a:prstGeom prst="rect">
            <a:avLst/>
          </a:prstGeom>
          <a:solidFill>
            <a:srgbClr val="8099AA"/>
          </a:solidFill>
          <a:ln w="12700">
            <a:solidFill>
              <a:srgbClr val="8099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45152" y="160020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600200"/>
            <a:ext cx="1920240" cy="502920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BUILD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2212848"/>
            <a:ext cx="1664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projects executed. Progress shared in Team Hub. Blockers surfaced early.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054096"/>
            <a:ext cx="182880" cy="164592"/>
          </a:xfrm>
          <a:prstGeom prst="rect">
            <a:avLst/>
          </a:prstGeom>
          <a:solidFill>
            <a:srgbClr val="8099AA"/>
          </a:solidFill>
          <a:ln w="12700">
            <a:solidFill>
              <a:srgbClr val="8099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93992" y="160020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93992" y="1600200"/>
            <a:ext cx="1920240" cy="502920"/>
          </a:xfrm>
          <a:prstGeom prst="rect">
            <a:avLst/>
          </a:prstGeom>
          <a:solidFill>
            <a:srgbClr val="2A7A5A"/>
          </a:solidFill>
          <a:ln w="12700">
            <a:solidFill>
              <a:srgbClr val="2A7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SHARE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22008" y="2212848"/>
            <a:ext cx="16642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published to Team Hub. Learnings captured. Skills updated. Loop repeats.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09744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Syncs  ·  Monthly Roadmap Reviews  ·  Quarterly Leadership Updates  ·  Ongoing Team Hub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IN 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Team Hub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space where the team's AI work, learnings, and journey live — always current, always open.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64208"/>
            <a:ext cx="64008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7739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AI Journey Map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" y="213969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timeline of where we've been, what we've built, and what's next.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9544" y="1664208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9544" y="1664208"/>
            <a:ext cx="64008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7739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 Tracker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74136" y="213969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AI projects — status, owner, priority. Intake submissions visible here.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71616" y="1664208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1664208"/>
            <a:ext cx="64008" cy="1280160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7739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Skills &amp; Learning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36208" y="213969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Certifications, courses, and skill upgrades tracked across the team.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3081528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081528"/>
            <a:ext cx="64008" cy="1280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191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AI Updates Feed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12064" y="35570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wins, experiments, and learnings shared as a living team newsreel.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9544" y="3081528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9544" y="3081528"/>
            <a:ext cx="64008" cy="1280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3191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Case Library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374136" y="35570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prompt, workflow, and tool hack — searchable and attributed.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71616" y="3081528"/>
            <a:ext cx="2743200" cy="12801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3081528"/>
            <a:ext cx="64008" cy="1280160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1912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Team Leaderboard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236208" y="35570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for contributions, learning milestones, and AI April-style challenges.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80974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shareable HTML page — no platform approval needed. Ready to use on day one.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0F19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change everything.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asking for a large transformation budget.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asking for the mandate to organise,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to build, and the visibility to scale.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560320"/>
            <a:ext cx="64008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877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7008" y="259689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AI enablement as a team function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07008" y="290779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individual hobby. Structured role with time and mandate.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337560"/>
            <a:ext cx="64008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649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7008" y="337413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minimal AI project budget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07008" y="368503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small dedicated budget unlocks proper intake and delivery.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5029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114800"/>
            <a:ext cx="64008" cy="658368"/>
          </a:xfrm>
          <a:prstGeom prst="rect">
            <a:avLst/>
          </a:prstGeom>
          <a:solidFill>
            <a:srgbClr val="E05A3A"/>
          </a:solidFill>
          <a:ln w="12700">
            <a:solidFill>
              <a:srgbClr val="E05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422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5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7008" y="415137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the Team Hub &amp; roadmap visibility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07008" y="44622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leadership post or endorsement multiplies team engagement.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52160" y="457200"/>
            <a:ext cx="2944368" cy="43708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0" y="457200"/>
            <a:ext cx="2944368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594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051560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0515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10698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Team Hub — ready now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1709928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7099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17282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 AI roadmap to validate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368296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368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3865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intake process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3026664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0266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30449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learning programme (AI April-style)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3685032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6850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Enthusiasm and traction already built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809744"/>
            <a:ext cx="9144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 ·  Build  ·  Share  ·  Scale  |  GTM AI Enablement Team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d28f16-eb5e-4587-81e0-682ed581eef1" xsi:nil="true"/>
    <lcf76f155ced4ddcb4097134ff3c332f xmlns="69c7e17f-4e9e-430d-90e0-3ef93dcbdb4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75B9CB64CD7C47B41F746646547B33" ma:contentTypeVersion="12" ma:contentTypeDescription="Create a new document." ma:contentTypeScope="" ma:versionID="51354516d3b672ae0d8b9a3f2710c302">
  <xsd:schema xmlns:xsd="http://www.w3.org/2001/XMLSchema" xmlns:xs="http://www.w3.org/2001/XMLSchema" xmlns:p="http://schemas.microsoft.com/office/2006/metadata/properties" xmlns:ns2="69c7e17f-4e9e-430d-90e0-3ef93dcbdb44" xmlns:ns3="17d28f16-eb5e-4587-81e0-682ed581eef1" targetNamespace="http://schemas.microsoft.com/office/2006/metadata/properties" ma:root="true" ma:fieldsID="cf335e2618e06b79f2f12a08e2dd74ae" ns2:_="" ns3:_="">
    <xsd:import namespace="69c7e17f-4e9e-430d-90e0-3ef93dcbdb44"/>
    <xsd:import namespace="17d28f16-eb5e-4587-81e0-682ed581ee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c7e17f-4e9e-430d-90e0-3ef93dcbdb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ebeb2d-667f-43bd-86ca-2a4d877a17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28f16-eb5e-4587-81e0-682ed581eef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57522ba-6265-4042-bbfc-6e697f6f1b5b}" ma:internalName="TaxCatchAll" ma:showField="CatchAllData" ma:web="17d28f16-eb5e-4587-81e0-682ed581ee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9CA5CF-3FFD-4221-85D4-96D5409E3803}">
  <ds:schemaRefs>
    <ds:schemaRef ds:uri="http://schemas.microsoft.com/office/2006/metadata/properties"/>
    <ds:schemaRef ds:uri="http://schemas.microsoft.com/office/infopath/2007/PartnerControls"/>
    <ds:schemaRef ds:uri="3fc6c855-14a9-4cb8-9c2c-97e64d06e10c"/>
    <ds:schemaRef ds:uri="1bceaef6-f40d-49a5-8a29-19a4537ac916"/>
  </ds:schemaRefs>
</ds:datastoreItem>
</file>

<file path=customXml/itemProps2.xml><?xml version="1.0" encoding="utf-8"?>
<ds:datastoreItem xmlns:ds="http://schemas.openxmlformats.org/officeDocument/2006/customXml" ds:itemID="{07229628-E8B0-4EA8-82CB-2AC90E5A99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5F814D-9212-40F1-8DAC-CA05CD151A70}"/>
</file>

<file path=docMetadata/LabelInfo.xml><?xml version="1.0" encoding="utf-8"?>
<clbl:labelList xmlns:clbl="http://schemas.microsoft.com/office/2020/mipLabelMetadata">
  <clbl:label id="{20bd2185-7f4f-483c-8403-3480aaa4171f}" enabled="1" method="Standard" siteId="{72adb271-2fc7-4afe-a5ee-9de6a59f6bf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Individual AI to Team AI — GTM Enablement</dc:title>
  <dc:subject>PptxGenJS Presentation</dc:subject>
  <dc:creator>PptxGenJS</dc:creator>
  <cp:lastModifiedBy>PptxGenJS</cp:lastModifiedBy>
  <cp:revision>3</cp:revision>
  <dcterms:created xsi:type="dcterms:W3CDTF">2026-04-07T20:37:51Z</dcterms:created>
  <dcterms:modified xsi:type="dcterms:W3CDTF">2026-04-07T21:19:43Z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0x0101001275B9CB64CD7C47B41F746646547B33</vt:lpwstr>
  </property>
  <property fmtid="{D5CDD505-2E9C-101B-9397-08002B2CF9AE}" pid="3" name="MediaServiceImageTags">
    <vt:lpwstr/>
  </property>
</Properties>
</file>